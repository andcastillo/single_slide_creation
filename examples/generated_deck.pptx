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commentAuthors.xml" ContentType="application/vnd.openxmlformats-officedocument.presentationml.commentAuthors+xml"/>
  <Override PartName="/ppt/media/image2.svg" ContentType="image/svg"/>
  <Override PartName="/ppt/media/image6.svg" ContentType="image/svg"/>
  <Override PartName="/ppt/media/image4.svg" ContentType="image/svg"/>
  <Override PartName="/ppt/media/image8.svg" ContentType="image/svg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s/comment10.xml" ContentType="application/vnd.openxmlformats-officedocument.presentationml.comments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6858000"/>
  <p:notesSz cx="7559675" cy="10691813"/>
</p:presentation>
</file>

<file path=ppt/commentAuthors.xml><?xml version="1.0" encoding="utf-8"?>
<p:cmAuthorLst xmlns:p="http://schemas.openxmlformats.org/presentationml/2006/main">
  <p:cmAuthor id="0" name="slidebuilder" initials="S" lastIdx="1" clrIdx="0"/>
</p:cmAuthorLst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commentAuthors" Target="commentAuthors.xml"/>
</Relationships>
</file>

<file path=ppt/comments/comment10.xml><?xml version="1.0" encoding="utf-8"?>
<p:cmLst xmlns:p="http://schemas.openxmlformats.org/presentationml/2006/main">
  <p:cm authorId="0" dt="2026-09-23T17:29:24.000000000" idx="1">
    <p:pos x="5398" y="0"/>
    <p:text>Animations to build by hand:
1. Table appears on click, one row at a time.
2. "On Track" callout zooms in after the last row.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6AE0F3D-93A7-4B2F-924C-C1DC1A3E28A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headline: we are on track for the release date.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Integration is finished and already running in staging.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 Redesign is about 60% done; the new dashboard ships next sprint.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starts once the redesign is merged -- ask QA to confirm their dates.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17CFF2-C5F1-40EC-BC6E-E32830E743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E2E0F14-5BAA-4B80-921D-6614D0B545EE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0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457200" y="36576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"/>
          <p:cNvGraphicFramePr/>
          <p:nvPr/>
        </p:nvGraphicFramePr>
        <p:xfrm>
          <a:off x="457200" y="1463040"/>
          <a:ext cx="3657600" cy="1370880"/>
        </p:xfrm>
        <a:graphic>
          <a:graphicData uri="http://schemas.openxmlformats.org/drawingml/2006/table">
            <a:tbl>
              <a:tblPr/>
              <a:tblGrid>
                <a:gridCol w="1219320"/>
                <a:gridCol w="1219320"/>
                <a:gridCol w="12193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"/>
          <p:cNvGraphicFramePr/>
          <p:nvPr/>
        </p:nvGraphicFramePr>
        <p:xfrm>
          <a:off x="5029200" y="1463040"/>
          <a:ext cx="365724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Science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Data Eng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/>
          <p:cNvSpPr/>
          <p:nvPr/>
        </p:nvSpPr>
        <p:spPr>
          <a:xfrm>
            <a:off x="4114800" y="2148840"/>
            <a:ext cx="9144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329184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384048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31520" y="43891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1280160" y="352044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280160" y="406908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V="1">
            <a:off x="1280160" y="425196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286000" y="3566160"/>
            <a:ext cx="164484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931920" y="41148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029200" y="37490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5852160" y="393192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GB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57200" y="5760720"/>
            <a:ext cx="8228520" cy="6390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457200" y="27432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"/>
          <p:cNvGraphicFramePr/>
          <p:nvPr/>
        </p:nvGraphicFramePr>
        <p:xfrm>
          <a:off x="457200" y="1371600"/>
          <a:ext cx="2925720" cy="164592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"/>
          <p:cNvSpPr/>
          <p:nvPr/>
        </p:nvSpPr>
        <p:spPr>
          <a:xfrm>
            <a:off x="457200" y="306324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" name=""/>
          <p:cNvGraphicFramePr/>
          <p:nvPr/>
        </p:nvGraphicFramePr>
        <p:xfrm>
          <a:off x="3931920" y="1371600"/>
          <a:ext cx="2011320" cy="1309320"/>
        </p:xfrm>
        <a:graphic>
          <a:graphicData uri="http://schemas.openxmlformats.org/drawingml/2006/table">
            <a:tbl>
              <a:tblPr/>
              <a:tblGrid>
                <a:gridCol w="804600"/>
                <a:gridCol w="12070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"/>
          <p:cNvSpPr/>
          <p:nvPr/>
        </p:nvSpPr>
        <p:spPr>
          <a:xfrm>
            <a:off x="3931920" y="269748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3383280" y="2011680"/>
            <a:ext cx="54864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6576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4864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1371600" y="402336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371600" y="493776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1371600" y="530352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377440" y="4389120"/>
            <a:ext cx="176148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140000" y="493776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38912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4846320" y="53492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400800" y="5760720"/>
            <a:ext cx="2284920" cy="639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457200" y="36576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457200" y="1280160"/>
          <a:ext cx="2925360" cy="1553400"/>
        </p:xfrm>
        <a:graphic>
          <a:graphicData uri="http://schemas.openxmlformats.org/drawingml/2006/table">
            <a:tbl>
              <a:tblPr/>
              <a:tblGrid>
                <a:gridCol w="975240"/>
                <a:gridCol w="975240"/>
                <a:gridCol w="97524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 (INT)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"/>
          <p:cNvSpPr/>
          <p:nvPr/>
        </p:nvSpPr>
        <p:spPr>
          <a:xfrm>
            <a:off x="457200" y="2834640"/>
            <a:ext cx="29250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Students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4846320" y="1280160"/>
          <a:ext cx="2011320" cy="13086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/>
          <p:nvPr/>
        </p:nvSpPr>
        <p:spPr>
          <a:xfrm>
            <a:off x="4846320" y="2560320"/>
            <a:ext cx="2010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Programs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383280" y="1828800"/>
            <a:ext cx="14630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23760" y="11887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23760" y="17373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223760" y="228600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7955280" y="1737360"/>
            <a:ext cx="821880" cy="364680"/>
          </a:xfrm>
          <a:prstGeom prst="rect">
            <a:avLst/>
          </a:prstGeom>
          <a:solidFill>
            <a:srgbClr val="70AD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7680960" y="1920240"/>
            <a:ext cx="27432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114800" y="3840480"/>
            <a:ext cx="1461960" cy="730440"/>
          </a:xfrm>
          <a:prstGeom prst="ellipse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Hub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217920" y="3931920"/>
            <a:ext cx="639000" cy="6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/>
          <p:nvPr/>
        </p:nvSpPr>
        <p:spPr>
          <a:xfrm>
            <a:off x="6126480" y="4617720"/>
            <a:ext cx="82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5577840" y="4206240"/>
            <a:ext cx="6400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57200" y="5486400"/>
            <a:ext cx="8228520" cy="7304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457200" y="27432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"/>
          <p:cNvGraphicFramePr/>
          <p:nvPr/>
        </p:nvGraphicFramePr>
        <p:xfrm>
          <a:off x="457200" y="1280160"/>
          <a:ext cx="2925720" cy="1507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0" rIns="90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"/>
          <p:cNvSpPr/>
          <p:nvPr/>
        </p:nvSpPr>
        <p:spPr>
          <a:xfrm>
            <a:off x="457200" y="297180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3840480" y="1280160"/>
          <a:ext cx="2011320" cy="1309320"/>
        </p:xfrm>
        <a:graphic>
          <a:graphicData uri="http://schemas.openxmlformats.org/drawingml/2006/table">
            <a:tbl>
              <a:tblPr/>
              <a:tblGrid>
                <a:gridCol w="670680"/>
                <a:gridCol w="134100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"/>
          <p:cNvSpPr/>
          <p:nvPr/>
        </p:nvSpPr>
        <p:spPr>
          <a:xfrm>
            <a:off x="3840480" y="260604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3383280" y="1920240"/>
            <a:ext cx="45720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47472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29768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1206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1371600" y="384048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371600" y="466344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 flipV="1">
            <a:off x="1371600" y="484632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377440" y="4023360"/>
            <a:ext cx="1761840" cy="12790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140000" y="466380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023360"/>
            <a:ext cx="10962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937760" y="516636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400800" y="5852160"/>
            <a:ext cx="2284920" cy="547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457200" y="36576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"/>
          <p:cNvGraphicFramePr/>
          <p:nvPr/>
        </p:nvGraphicFramePr>
        <p:xfrm>
          <a:off x="457200" y="1280160"/>
          <a:ext cx="3474000" cy="1370880"/>
        </p:xfrm>
        <a:graphic>
          <a:graphicData uri="http://schemas.openxmlformats.org/drawingml/2006/table">
            <a:tbl>
              <a:tblPr/>
              <a:tblGrid>
                <a:gridCol w="1158120"/>
                <a:gridCol w="1158120"/>
                <a:gridCol w="11581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"/>
          <p:cNvGraphicFramePr/>
          <p:nvPr/>
        </p:nvGraphicFramePr>
        <p:xfrm>
          <a:off x="5212080" y="1280160"/>
          <a:ext cx="3474360" cy="109728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"/>
          <p:cNvSpPr/>
          <p:nvPr/>
        </p:nvSpPr>
        <p:spPr>
          <a:xfrm flipV="1">
            <a:off x="3931920" y="1828800"/>
            <a:ext cx="1280160" cy="1371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7200" y="31089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" y="36576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7200" y="42062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005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103120" y="3429000"/>
            <a:ext cx="109656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91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4389120" y="3520440"/>
            <a:ext cx="1096560" cy="730800"/>
          </a:xfrm>
          <a:prstGeom prst="ellipse">
            <a:avLst/>
          </a:prstGeom>
          <a:solidFill>
            <a:srgbClr val="1F4E79"/>
          </a:solidFill>
          <a:ln w="1260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Output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577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675120" y="356616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498080" y="379476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57200" y="5669280"/>
            <a:ext cx="8228880" cy="7308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80160"/>
          <a:ext cx="2925720" cy="2011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457200" y="333756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3840480" y="1280160"/>
          <a:ext cx="2194200" cy="1463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</a:tblGrid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"/>
          <p:cNvSpPr/>
          <p:nvPr/>
        </p:nvSpPr>
        <p:spPr>
          <a:xfrm>
            <a:off x="3840480" y="27889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3383280" y="2011680"/>
            <a:ext cx="457200" cy="2743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84048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30352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2377440" y="4526280"/>
            <a:ext cx="91368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10312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1280160" y="4160520"/>
            <a:ext cx="1097280" cy="594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280160" y="4892040"/>
            <a:ext cx="1097280" cy="914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37080" rIns="99360" bIns="3708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1280160" y="5212080"/>
            <a:ext cx="1097280" cy="4114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3657600" y="4526280"/>
            <a:ext cx="1096560" cy="91368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291840" y="4983480"/>
            <a:ext cx="3657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754880" y="49834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852160" y="45262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/>
          <p:nvPr/>
        </p:nvSpPr>
        <p:spPr>
          <a:xfrm>
            <a:off x="557784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400800" y="6126480"/>
            <a:ext cx="2285280" cy="4564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"/>
          <p:cNvGraphicFramePr/>
          <p:nvPr/>
        </p:nvGraphicFramePr>
        <p:xfrm>
          <a:off x="457200" y="1280160"/>
          <a:ext cx="3291480" cy="164592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09728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"/>
          <p:cNvSpPr/>
          <p:nvPr/>
        </p:nvSpPr>
        <p:spPr>
          <a:xfrm>
            <a:off x="45720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"/>
          <p:cNvGraphicFramePr/>
          <p:nvPr/>
        </p:nvGraphicFramePr>
        <p:xfrm>
          <a:off x="4206240" y="1280160"/>
          <a:ext cx="2194200" cy="1309320"/>
        </p:xfrm>
        <a:graphic>
          <a:graphicData uri="http://schemas.openxmlformats.org/drawingml/2006/table">
            <a:tbl>
              <a:tblPr/>
              <a:tblGrid>
                <a:gridCol w="877680"/>
                <a:gridCol w="13168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"/>
          <p:cNvSpPr/>
          <p:nvPr/>
        </p:nvSpPr>
        <p:spPr>
          <a:xfrm>
            <a:off x="4206240" y="260604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749040" y="2103120"/>
            <a:ext cx="4572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48640" y="34747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8640" y="43891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48640" y="53035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1280160" y="384048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2801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 flipV="1">
            <a:off x="1280160" y="493776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377440" y="4297680"/>
            <a:ext cx="1645200" cy="9136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233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2976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4846320" y="525780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17920" y="5852160"/>
            <a:ext cx="2468160" cy="54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457200" y="457200"/>
            <a:ext cx="8228880" cy="9136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457200" y="1828800"/>
          <a:ext cx="4571640" cy="4115520"/>
        </p:xfrm>
        <a:graphic>
          <a:graphicData uri="http://schemas.openxmlformats.org/drawingml/2006/table">
            <a:tbl>
              <a:tblPr/>
              <a:tblGrid>
                <a:gridCol w="3048120"/>
                <a:gridCol w="1523880"/>
              </a:tblGrid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"/>
          <p:cNvSpPr/>
          <p:nvPr/>
        </p:nvSpPr>
        <p:spPr>
          <a:xfrm>
            <a:off x="5669280" y="2286000"/>
            <a:ext cx="2742480" cy="27424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457200" y="45720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Working with multiple files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201168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548640" y="338328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User_CV.csv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420624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"/>
          <p:cNvSpPr/>
          <p:nvPr/>
        </p:nvSpPr>
        <p:spPr>
          <a:xfrm>
            <a:off x="548640" y="5577840"/>
            <a:ext cx="1462320" cy="53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Job_profile.csv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828800" y="2651760"/>
            <a:ext cx="1280160" cy="91440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1828800" y="3749040"/>
            <a:ext cx="1280160" cy="10972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108960" y="2834640"/>
            <a:ext cx="2925360" cy="1645200"/>
          </a:xfrm>
          <a:prstGeom prst="rect">
            <a:avLst/>
          </a:prstGeom>
          <a:solidFill>
            <a:srgbClr val="FF82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matching improving your CV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114800" y="2011680"/>
            <a:ext cx="91368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/>
          <p:nvPr/>
        </p:nvSpPr>
        <p:spPr>
          <a:xfrm>
            <a:off x="6035040" y="3657600"/>
            <a:ext cx="12801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315200" y="301752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/>
          <p:nvPr/>
        </p:nvSpPr>
        <p:spPr>
          <a:xfrm>
            <a:off x="7132320" y="438912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Updated_CV.txt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457200" y="365760"/>
            <a:ext cx="8229240" cy="9140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457200" y="1737360"/>
          <a:ext cx="5028840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</a:tblGrid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"/>
          <p:cNvSpPr/>
          <p:nvPr/>
        </p:nvSpPr>
        <p:spPr>
          <a:xfrm>
            <a:off x="6309360" y="1828800"/>
            <a:ext cx="2011320" cy="2011320"/>
          </a:xfrm>
          <a:prstGeom prst="ellipse">
            <a:avLst/>
          </a:prstGeom>
          <a:solidFill>
            <a:srgbClr val="2E7D32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noAutofit/>
          </a:bodyPr>
          <a:p>
            <a:r>
              <a:rPr lang="en-US" sz="315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RELACIÓN UNO A MUCHOS (1:N)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ln w="4752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13760" tIns="-68760" rIns="113760" bIns="-687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57200" y="1051560"/>
            <a:ext cx="8229600" cy="7956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noAutofit/>
          </a:bodyPr>
          <a:p>
            <a:r>
              <a:rPr lang="en-US" sz="2250" b="0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Un cliente realiza muchos pedidos; cada pedido pertenece a un solo cliente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14400" y="1828800"/>
            <a:ext cx="14630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560320" y="1828800"/>
            <a:ext cx="128016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nombre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645920" y="2468880"/>
            <a:ext cx="45720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 flipH="1">
            <a:off x="2651760" y="2468880"/>
            <a:ext cx="54864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371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320040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20040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931920" y="3291840"/>
            <a:ext cx="1280160" cy="914400"/>
          </a:xfrm>
          <a:prstGeom prst="diamond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realiza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521208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21208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43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120640" y="4754880"/>
            <a:ext cx="137160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58368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fecha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68096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total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806440" y="4206240"/>
            <a:ext cx="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0" y="4206240"/>
            <a:ext cx="22860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15200" y="4206240"/>
            <a:ext cx="86868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457200" y="5760720"/>
            <a:ext cx="8229600" cy="731520"/>
          </a:xfrm>
          <a:prstGeom prst="rect">
            <a:avLst/>
          </a:prstGeom>
          <a:solidFill>
            <a:srgbClr val="FFD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457200" y="274320"/>
            <a:ext cx="8229600" cy="6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pPr algn="ctr"/>
            <a:r>
              <a:rPr lang="en-US" sz="3600" b="0" u="none" strike="noStrike">
                <a:solidFill>
                  <a:srgbClr val="414244"/>
                </a:solidFill>
                <a:effectLst/>
                <a:uFillTx/>
                <a:latin typeface="CiscoSansTT ExtraLight"/>
              </a:rPr>
              <a:t>RELACIÓN UNO A MUCHOS (1:N)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00BCEB"/>
                </a:solidFill>
                <a:effectLst/>
                <a:uFillTx/>
                <a:latin typeface="CiscoSansTT Light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457200" y="274320"/>
            <a:ext cx="8229600" cy="6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r>
              <a:rPr lang="en-US" sz="3600" b="0" u="none" strike="noStrike">
                <a:solidFill>
                  <a:srgbClr val="414244"/>
                </a:solidFill>
                <a:effectLst/>
                <a:uFillTx/>
                <a:latin typeface="CiscoSansTT ExtraLight"/>
              </a:rPr>
              <a:t>RELACIÓN UNO A MUCHOS (1:N)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7200" y="91440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noAutofit/>
          </a:bodyPr>
          <a:p>
            <a:r>
              <a:rPr lang="en-US" sz="2000" b="1" u="none" strike="noStrike">
                <a:solidFill>
                  <a:srgbClr val="00BCEB"/>
                </a:solidFill>
                <a:effectLst/>
                <a:uFillTx/>
                <a:latin typeface="CiscoSansTT Light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91440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CLIENTE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3840480" y="2743200"/>
            <a:ext cx="1463040" cy="914400"/>
          </a:xfrm>
          <a:prstGeom prst="flowChartDecision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realiza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658368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PEDIDO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25603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53035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83464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66928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640080" y="1554480"/>
            <a:ext cx="13716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id_cliente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2103120" y="1554480"/>
            <a:ext cx="109728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nombre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 flipH="1" flipV="1">
            <a:off x="1325880" y="2103120"/>
            <a:ext cx="41148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 flipV="1">
            <a:off x="1737360" y="2103120"/>
            <a:ext cx="91440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5852160" y="4114800"/>
            <a:ext cx="12801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id_pedido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223760" y="4114800"/>
            <a:ext cx="9144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fecha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8229600" y="4114800"/>
            <a:ext cx="8229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 flipH="1">
            <a:off x="6492240" y="3566160"/>
            <a:ext cx="91440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406640" y="3566160"/>
            <a:ext cx="27432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7406640" y="3566160"/>
            <a:ext cx="123444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740</TotalTime>
  <Application>LibreOffice/26.2.2.2$MacOSX_AARCH64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2026-09-10T22:45:44Z</dcterms:created>
  <dc:creator/>
  <dc:description/>
  <dc:language>en-GB</dc:language>
  <cp:lastModifiedBy/>
  <dcterms:modified xsi:type="dcterms:W3CDTF">2026-09-24T10:54:17Z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