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4.svg" ContentType="image/svg"/>
  <Override PartName="/ppt/media/image2.svg" ContentType="image/svg"/>
  <Override PartName="/ppt/media/image6.svg" ContentType="image/svg"/>
  <Override PartName="/ppt/media/image8.svg" ContentType="image/sv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63AF4E-EE6F-4E23-A782-B051E3B945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C23808-0C12-4942-9F8F-F58FCFA73A0A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9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5.png"/><Relationship Id="rId8" Type="http://schemas.openxmlformats.org/officeDocument/2006/relationships/image" Target="../media/image6.svg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57200" y="365760"/>
            <a:ext cx="8229240" cy="82260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Learning to use AI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" name=""/>
          <p:cNvGraphicFramePr/>
          <p:nvPr/>
        </p:nvGraphicFramePr>
        <p:xfrm>
          <a:off x="457200" y="1463040"/>
          <a:ext cx="3657600" cy="1370880"/>
        </p:xfrm>
        <a:graphic>
          <a:graphicData uri="http://schemas.openxmlformats.org/drawingml/2006/table">
            <a:tbl>
              <a:tblPr/>
              <a:tblGrid>
                <a:gridCol w="1219320"/>
                <a:gridCol w="1219320"/>
                <a:gridCol w="1219320"/>
              </a:tblGrid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Bob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Charlie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"/>
          <p:cNvGraphicFramePr/>
          <p:nvPr/>
        </p:nvGraphicFramePr>
        <p:xfrm>
          <a:off x="5029200" y="1463040"/>
          <a:ext cx="3657240" cy="10972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 Science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Data Eng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/>
          <p:cNvSpPr/>
          <p:nvPr/>
        </p:nvSpPr>
        <p:spPr>
          <a:xfrm>
            <a:off x="4114800" y="2148840"/>
            <a:ext cx="91440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520" y="32918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1520" y="384048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31520" y="43891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"/>
          <p:cNvSpPr/>
          <p:nvPr/>
        </p:nvSpPr>
        <p:spPr>
          <a:xfrm>
            <a:off x="1280160" y="3520440"/>
            <a:ext cx="1005840" cy="3657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1280160" y="4069080"/>
            <a:ext cx="100584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 flipV="1">
            <a:off x="1280160" y="4251960"/>
            <a:ext cx="1005840" cy="3657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2286000" y="3566160"/>
            <a:ext cx="1645560" cy="1096920"/>
          </a:xfrm>
          <a:prstGeom prst="ellipse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Graduates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3931920" y="4114800"/>
            <a:ext cx="100584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029200" y="374904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"/>
          <p:cNvSpPr/>
          <p:nvPr/>
        </p:nvSpPr>
        <p:spPr>
          <a:xfrm>
            <a:off x="5852160" y="393192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GB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Engineer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57200" y="5760720"/>
            <a:ext cx="8229240" cy="639720"/>
          </a:xfrm>
          <a:prstGeom prst="rect">
            <a:avLst/>
          </a:prstGeom>
          <a:solidFill>
            <a:srgbClr val="000000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Everything is possible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457200" y="274320"/>
            <a:ext cx="8229240" cy="82260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Learning to use AI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"/>
          <p:cNvGraphicFramePr/>
          <p:nvPr/>
        </p:nvGraphicFramePr>
        <p:xfrm>
          <a:off x="457200" y="1371600"/>
          <a:ext cx="2925720" cy="1645920"/>
        </p:xfrm>
        <a:graphic>
          <a:graphicData uri="http://schemas.openxmlformats.org/drawingml/2006/table">
            <a:tbl>
              <a:tblPr/>
              <a:tblGrid>
                <a:gridCol w="585360"/>
                <a:gridCol w="1170360"/>
                <a:gridCol w="1170360"/>
              </a:tblGrid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Alan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"/>
          <p:cNvSpPr/>
          <p:nvPr/>
        </p:nvSpPr>
        <p:spPr>
          <a:xfrm>
            <a:off x="457200" y="306324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Students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5" name=""/>
          <p:cNvGraphicFramePr/>
          <p:nvPr/>
        </p:nvGraphicFramePr>
        <p:xfrm>
          <a:off x="3931920" y="1371600"/>
          <a:ext cx="2011320" cy="1309320"/>
        </p:xfrm>
        <a:graphic>
          <a:graphicData uri="http://schemas.openxmlformats.org/drawingml/2006/table">
            <a:tbl>
              <a:tblPr/>
              <a:tblGrid>
                <a:gridCol w="804600"/>
                <a:gridCol w="1207080"/>
              </a:tblGrid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Math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"/>
          <p:cNvSpPr/>
          <p:nvPr/>
        </p:nvSpPr>
        <p:spPr>
          <a:xfrm>
            <a:off x="3931920" y="269748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Programs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 flipV="1">
            <a:off x="3383280" y="2011680"/>
            <a:ext cx="548640" cy="18288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40080" y="365760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0080" y="457200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0080" y="548640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"/>
          <p:cNvSpPr/>
          <p:nvPr/>
        </p:nvSpPr>
        <p:spPr>
          <a:xfrm>
            <a:off x="1371600" y="4023360"/>
            <a:ext cx="1005840" cy="54864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1371600" y="4937760"/>
            <a:ext cx="100584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 flipV="1">
            <a:off x="1371600" y="5303520"/>
            <a:ext cx="1005840" cy="54864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377440" y="4389120"/>
            <a:ext cx="1762200" cy="1096920"/>
          </a:xfrm>
          <a:prstGeom prst="ellipse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Graduates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4140000" y="4937760"/>
            <a:ext cx="98064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120640" y="438912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"/>
          <p:cNvSpPr/>
          <p:nvPr/>
        </p:nvSpPr>
        <p:spPr>
          <a:xfrm>
            <a:off x="4846320" y="534924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Engineer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400800" y="5760720"/>
            <a:ext cx="2285640" cy="63972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Everything is possible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457200" y="365760"/>
            <a:ext cx="8229240" cy="73116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Learning to use AI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" name=""/>
          <p:cNvGraphicFramePr/>
          <p:nvPr/>
        </p:nvGraphicFramePr>
        <p:xfrm>
          <a:off x="457200" y="1280160"/>
          <a:ext cx="2925360" cy="1553400"/>
        </p:xfrm>
        <a:graphic>
          <a:graphicData uri="http://schemas.openxmlformats.org/drawingml/2006/table">
            <a:tbl>
              <a:tblPr/>
              <a:tblGrid>
                <a:gridCol w="975240"/>
                <a:gridCol w="975240"/>
                <a:gridCol w="975240"/>
              </a:tblGrid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id (INT)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 (TEXT)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 (TEXT)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Bob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Charlie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"/>
          <p:cNvSpPr/>
          <p:nvPr/>
        </p:nvSpPr>
        <p:spPr>
          <a:xfrm>
            <a:off x="457200" y="2834640"/>
            <a:ext cx="2925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Students Table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"/>
          <p:cNvGraphicFramePr/>
          <p:nvPr/>
        </p:nvGraphicFramePr>
        <p:xfrm>
          <a:off x="4846320" y="1280160"/>
          <a:ext cx="2011320" cy="13086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</a:tblGrid>
              <a:tr h="3963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 (TEXT)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3963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 Basics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36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Advanced AI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"/>
          <p:cNvSpPr/>
          <p:nvPr/>
        </p:nvSpPr>
        <p:spPr>
          <a:xfrm>
            <a:off x="4846320" y="256032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Programs Table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3383280" y="1828800"/>
            <a:ext cx="146304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223760" y="11887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223760" y="173736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223760" y="228600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"/>
          <p:cNvSpPr/>
          <p:nvPr/>
        </p:nvSpPr>
        <p:spPr>
          <a:xfrm>
            <a:off x="7955280" y="1737360"/>
            <a:ext cx="822600" cy="365400"/>
          </a:xfrm>
          <a:prstGeom prst="rect">
            <a:avLst/>
          </a:prstGeom>
          <a:solidFill>
            <a:srgbClr val="70AD4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Graduates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7680960" y="1920240"/>
            <a:ext cx="27432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4114800" y="3840480"/>
            <a:ext cx="1462680" cy="731160"/>
          </a:xfrm>
          <a:prstGeom prst="ellipse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AI Hub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217920" y="393192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"/>
          <p:cNvSpPr/>
          <p:nvPr/>
        </p:nvSpPr>
        <p:spPr>
          <a:xfrm>
            <a:off x="6126480" y="4617720"/>
            <a:ext cx="822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200" b="1" u="none" strike="noStrike">
                <a:solidFill>
                  <a:srgbClr val="1F4E79"/>
                </a:solidFill>
                <a:effectLst/>
                <a:uFillTx/>
                <a:latin typeface="Arial"/>
              </a:rPr>
              <a:t>Engineer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5577840" y="4206240"/>
            <a:ext cx="64008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457200" y="5486400"/>
            <a:ext cx="8229240" cy="73116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Everything is possible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457200" y="274320"/>
            <a:ext cx="8229240" cy="73116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Learning to use AI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" name=""/>
          <p:cNvGraphicFramePr/>
          <p:nvPr/>
        </p:nvGraphicFramePr>
        <p:xfrm>
          <a:off x="457200" y="1280160"/>
          <a:ext cx="2925720" cy="1645920"/>
        </p:xfrm>
        <a:graphic>
          <a:graphicData uri="http://schemas.openxmlformats.org/drawingml/2006/table">
            <a:tbl>
              <a:tblPr/>
              <a:tblGrid>
                <a:gridCol w="585360"/>
                <a:gridCol w="1170360"/>
                <a:gridCol w="1170360"/>
              </a:tblGrid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>
                      <a:noFill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0" rIns="9000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0" marB="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>
                      <a:noFill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Linus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"/>
          <p:cNvSpPr/>
          <p:nvPr/>
        </p:nvSpPr>
        <p:spPr>
          <a:xfrm>
            <a:off x="457200" y="297180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Students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8" name=""/>
          <p:cNvGraphicFramePr/>
          <p:nvPr/>
        </p:nvGraphicFramePr>
        <p:xfrm>
          <a:off x="3840480" y="1280160"/>
          <a:ext cx="2011320" cy="1309320"/>
        </p:xfrm>
        <a:graphic>
          <a:graphicData uri="http://schemas.openxmlformats.org/drawingml/2006/table">
            <a:tbl>
              <a:tblPr/>
              <a:tblGrid>
                <a:gridCol w="670680"/>
                <a:gridCol w="1341000"/>
              </a:tblGrid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Math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"/>
          <p:cNvSpPr/>
          <p:nvPr/>
        </p:nvSpPr>
        <p:spPr>
          <a:xfrm>
            <a:off x="3840480" y="26060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Programs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 flipV="1">
            <a:off x="3383280" y="1920240"/>
            <a:ext cx="457200" cy="18288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40080" y="347472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0080" y="429768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0080" y="5120640"/>
            <a:ext cx="731160" cy="73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"/>
          <p:cNvSpPr/>
          <p:nvPr/>
        </p:nvSpPr>
        <p:spPr>
          <a:xfrm>
            <a:off x="1371600" y="3840480"/>
            <a:ext cx="1005840" cy="64008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1371600" y="4663440"/>
            <a:ext cx="1005840" cy="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flipV="1">
            <a:off x="1371600" y="4846320"/>
            <a:ext cx="1005840" cy="64008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2377440" y="4023360"/>
            <a:ext cx="1762560" cy="1279800"/>
          </a:xfrm>
          <a:prstGeom prst="ellipse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6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Graduates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140000" y="4663800"/>
            <a:ext cx="98064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120640" y="4023360"/>
            <a:ext cx="1096920" cy="109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4937760" y="516636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pPr algn="ctr">
              <a:lnSpc>
                <a:spcPct val="100000"/>
              </a:lnSpc>
            </a:pPr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Engineer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400800" y="5852160"/>
            <a:ext cx="2285640" cy="548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n-GB" sz="1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Everything is possible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Learning to use AI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"/>
          <p:cNvGraphicFramePr/>
          <p:nvPr/>
        </p:nvGraphicFramePr>
        <p:xfrm>
          <a:off x="457200" y="1280160"/>
          <a:ext cx="3474720" cy="1371600"/>
        </p:xfrm>
        <a:graphic>
          <a:graphicData uri="http://schemas.openxmlformats.org/drawingml/2006/table">
            <a:tbl>
              <a:tblPr/>
              <a:tblGrid>
                <a:gridCol w="1158120"/>
                <a:gridCol w="1158120"/>
                <a:gridCol w="1158120"/>
              </a:tblGrid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</a:tr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Alice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Bob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27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Charlie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" name=""/>
          <p:cNvGraphicFramePr/>
          <p:nvPr/>
        </p:nvGraphicFramePr>
        <p:xfrm>
          <a:off x="5212080" y="1280160"/>
          <a:ext cx="3474720" cy="109728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</a:tblGrid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AI Basics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Advanced AI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5" name=""/>
          <p:cNvSpPr/>
          <p:nvPr/>
        </p:nvSpPr>
        <p:spPr>
          <a:xfrm flipV="1">
            <a:off x="3931920" y="1828800"/>
            <a:ext cx="1280160" cy="1371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" y="310896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57200" y="365760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57200" y="4206240"/>
            <a:ext cx="457200" cy="4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"/>
          <p:cNvSpPr/>
          <p:nvPr/>
        </p:nvSpPr>
        <p:spPr>
          <a:xfrm>
            <a:off x="1005840" y="3886200"/>
            <a:ext cx="100584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2103120" y="3429000"/>
            <a:ext cx="1097280" cy="914400"/>
          </a:xfrm>
          <a:prstGeom prst="star5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/>
            <a:r>
              <a:rPr lang="en-GB" sz="11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Graduates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291840" y="3886200"/>
            <a:ext cx="100584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4389120" y="3520440"/>
            <a:ext cx="1097280" cy="731520"/>
          </a:xfrm>
          <a:prstGeom prst="ellipse">
            <a:avLst/>
          </a:prstGeom>
          <a:solidFill>
            <a:srgbClr val="1F4E79"/>
          </a:solidFill>
          <a:ln w="1260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/>
            <a:r>
              <a:rPr lang="en-GB" sz="1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Output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5577840" y="3886200"/>
            <a:ext cx="100584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6675120" y="3566160"/>
            <a:ext cx="73152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"/>
          <p:cNvSpPr txBox="1"/>
          <p:nvPr/>
        </p:nvSpPr>
        <p:spPr>
          <a:xfrm>
            <a:off x="7498080" y="3794760"/>
            <a:ext cx="1097280" cy="365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Engineer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solidFill>
            <a:srgbClr val="000000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/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Everything is possible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Learning to use AI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8" name=""/>
          <p:cNvGraphicFramePr/>
          <p:nvPr/>
        </p:nvGraphicFramePr>
        <p:xfrm>
          <a:off x="457200" y="1280160"/>
          <a:ext cx="2926080" cy="2011680"/>
        </p:xfrm>
        <a:graphic>
          <a:graphicData uri="http://schemas.openxmlformats.org/drawingml/2006/table">
            <a:tbl>
              <a:tblPr/>
              <a:tblGrid>
                <a:gridCol w="585360"/>
                <a:gridCol w="1170360"/>
                <a:gridCol w="1170360"/>
              </a:tblGrid>
              <a:tr h="5029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Alan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" name=""/>
          <p:cNvSpPr txBox="1"/>
          <p:nvPr/>
        </p:nvSpPr>
        <p:spPr>
          <a:xfrm>
            <a:off x="457200" y="3337560"/>
            <a:ext cx="292608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Students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0" name=""/>
          <p:cNvGraphicFramePr/>
          <p:nvPr/>
        </p:nvGraphicFramePr>
        <p:xfrm>
          <a:off x="3840480" y="1280160"/>
          <a:ext cx="2194560" cy="146304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</a:tblGrid>
              <a:tr h="48780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</a:tr>
              <a:tr h="48780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8780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1" name=""/>
          <p:cNvSpPr txBox="1"/>
          <p:nvPr/>
        </p:nvSpPr>
        <p:spPr>
          <a:xfrm>
            <a:off x="3840480" y="2788920"/>
            <a:ext cx="21945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Programs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3383280" y="2011680"/>
            <a:ext cx="457200" cy="27432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640080" y="3840480"/>
            <a:ext cx="64008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0080" y="4572000"/>
            <a:ext cx="64008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640080" y="5303520"/>
            <a:ext cx="640080" cy="64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2377440" y="4526280"/>
            <a:ext cx="914400" cy="914400"/>
          </a:xfrm>
          <a:prstGeom prst="star5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103120" y="5440680"/>
            <a:ext cx="1463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Graduates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280160" y="4160520"/>
            <a:ext cx="1097280" cy="59436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280160" y="4892040"/>
            <a:ext cx="1097280" cy="9144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37080" rIns="99360" bIns="3708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 flipV="1">
            <a:off x="1280160" y="5212080"/>
            <a:ext cx="1097280" cy="41148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657600" y="4526280"/>
            <a:ext cx="1097280" cy="914400"/>
          </a:xfrm>
          <a:prstGeom prst="ellipse">
            <a:avLst/>
          </a:prstGeom>
          <a:solidFill>
            <a:srgbClr val="FFFFFF"/>
          </a:solidFill>
          <a:ln w="19080">
            <a:solidFill>
              <a:srgbClr val="1F4E7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3291840" y="4983480"/>
            <a:ext cx="36576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4754880" y="4983480"/>
            <a:ext cx="109728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852160" y="45262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"/>
          <p:cNvSpPr txBox="1"/>
          <p:nvPr/>
        </p:nvSpPr>
        <p:spPr>
          <a:xfrm>
            <a:off x="5577840" y="5440680"/>
            <a:ext cx="1463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Engineer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6400800" y="6126480"/>
            <a:ext cx="2286000" cy="4572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Everything is possible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Learning to use AI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8" name=""/>
          <p:cNvGraphicFramePr/>
          <p:nvPr/>
        </p:nvGraphicFramePr>
        <p:xfrm>
          <a:off x="457200" y="1280160"/>
          <a:ext cx="3291840" cy="164592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097280"/>
              </a:tblGrid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Ada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Grace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Linus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"/>
          <p:cNvSpPr txBox="1"/>
          <p:nvPr/>
        </p:nvSpPr>
        <p:spPr>
          <a:xfrm>
            <a:off x="457200" y="2971800"/>
            <a:ext cx="32918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Students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0" name=""/>
          <p:cNvGraphicFramePr/>
          <p:nvPr/>
        </p:nvGraphicFramePr>
        <p:xfrm>
          <a:off x="4206240" y="1280160"/>
          <a:ext cx="2194560" cy="1280160"/>
        </p:xfrm>
        <a:graphic>
          <a:graphicData uri="http://schemas.openxmlformats.org/drawingml/2006/table">
            <a:tbl>
              <a:tblPr/>
              <a:tblGrid>
                <a:gridCol w="877680"/>
                <a:gridCol w="1316880"/>
              </a:tblGrid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program_id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name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</a:tr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P1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CS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60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P2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EE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1" name=""/>
          <p:cNvSpPr txBox="1"/>
          <p:nvPr/>
        </p:nvSpPr>
        <p:spPr>
          <a:xfrm>
            <a:off x="4206240" y="2606040"/>
            <a:ext cx="219456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Programs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3749040" y="2103120"/>
            <a:ext cx="45720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48640" y="3474720"/>
            <a:ext cx="731520" cy="73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8640" y="4389120"/>
            <a:ext cx="731520" cy="731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48640" y="5303520"/>
            <a:ext cx="73152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"/>
          <p:cNvSpPr/>
          <p:nvPr/>
        </p:nvSpPr>
        <p:spPr>
          <a:xfrm>
            <a:off x="1280160" y="3840480"/>
            <a:ext cx="1097280" cy="73152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80160" y="4754880"/>
            <a:ext cx="109728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 flipV="1">
            <a:off x="1280160" y="4937760"/>
            <a:ext cx="1097280" cy="73152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2377440" y="4297680"/>
            <a:ext cx="1645920" cy="914400"/>
          </a:xfrm>
          <a:prstGeom prst="ellipse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/>
            <a:r>
              <a:rPr lang="en-GB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Graduates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023360" y="4754880"/>
            <a:ext cx="109728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5120640" y="4297680"/>
            <a:ext cx="914400" cy="91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"/>
          <p:cNvSpPr txBox="1"/>
          <p:nvPr/>
        </p:nvSpPr>
        <p:spPr>
          <a:xfrm>
            <a:off x="4846320" y="5257800"/>
            <a:ext cx="1463040" cy="27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000" b="0" i="1" u="none" strike="noStrike">
                <a:solidFill>
                  <a:srgbClr val="666666"/>
                </a:solidFill>
                <a:effectLst/>
                <a:uFillTx/>
                <a:latin typeface="Arial"/>
              </a:rPr>
              <a:t>Engineer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6217920" y="5852160"/>
            <a:ext cx="2468880" cy="54864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1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Everything is possible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Team Status Update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"/>
          <p:cNvGraphicFramePr/>
          <p:nvPr/>
        </p:nvGraphicFramePr>
        <p:xfrm>
          <a:off x="457200" y="1828800"/>
          <a:ext cx="4572000" cy="4114800"/>
        </p:xfrm>
        <a:graphic>
          <a:graphicData uri="http://schemas.openxmlformats.org/drawingml/2006/table">
            <a:tbl>
              <a:tblPr/>
              <a:tblGrid>
                <a:gridCol w="3048120"/>
                <a:gridCol w="1523880"/>
              </a:tblGrid>
              <a:tr h="10288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Task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Status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9"/>
                    </a:solidFill>
                  </a:tcPr>
                </a:tc>
              </a:tr>
              <a:tr h="10288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API Integration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Done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8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UI Redesign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 Progress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880"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Testing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tIns="45000" rIns="90000" bIns="45000" anchor="t">
                      <a:noAutofit/>
                    </a:bodyPr>
                    <a:p>
                      <a:pPr indent="0" algn="l">
                        <a:buNone/>
                      </a:pPr>
                      <a:r>
                        <a:rPr lang="en-GB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 Started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000" marB="45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6" name=""/>
          <p:cNvSpPr/>
          <p:nvPr/>
        </p:nvSpPr>
        <p:spPr>
          <a:xfrm>
            <a:off x="5669280" y="2286000"/>
            <a:ext cx="2743200" cy="2743200"/>
          </a:xfrm>
          <a:prstGeom prst="ellipse">
            <a:avLst/>
          </a:prstGeom>
          <a:solidFill>
            <a:srgbClr val="70AD47"/>
          </a:solidFill>
          <a:ln w="12600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/>
            <a:r>
              <a:rPr lang="en-GB" sz="2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On Track</a:t>
            </a:r>
            <a:endParaRPr lang="en-GB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1F4E7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/>
            <a:r>
              <a:rPr lang="en-GB" sz="3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Working with multiple files</a:t>
            </a:r>
            <a:endParaRPr lang="en-GB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31520" y="2011680"/>
            <a:ext cx="1097280" cy="128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"/>
          <p:cNvSpPr txBox="1"/>
          <p:nvPr/>
        </p:nvSpPr>
        <p:spPr>
          <a:xfrm>
            <a:off x="548640" y="3383280"/>
            <a:ext cx="14630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User_CV.csv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31520" y="4206240"/>
            <a:ext cx="1097280" cy="128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"/>
          <p:cNvSpPr txBox="1"/>
          <p:nvPr/>
        </p:nvSpPr>
        <p:spPr>
          <a:xfrm>
            <a:off x="548640" y="5577840"/>
            <a:ext cx="1463040" cy="536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Job_profile.csv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1828800" y="2651760"/>
            <a:ext cx="1280160" cy="91440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 flipV="1">
            <a:off x="1828800" y="3749040"/>
            <a:ext cx="1280160" cy="109728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54360" rIns="99360" bIns="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3108960" y="2834640"/>
            <a:ext cx="2926080" cy="1645920"/>
          </a:xfrm>
          <a:prstGeom prst="rect">
            <a:avLst/>
          </a:prstGeom>
          <a:solidFill>
            <a:srgbClr val="FF8200"/>
          </a:solidFill>
          <a:ln w="126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ctr">
            <a:noAutofit/>
          </a:bodyPr>
          <a:p>
            <a:pPr algn="ctr"/>
            <a:r>
              <a:rPr lang="en-GB" sz="1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AI matching improving your CV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5" name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114800" y="2011680"/>
            <a:ext cx="91440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6035040" y="3657600"/>
            <a:ext cx="1280160" cy="0"/>
          </a:xfrm>
          <a:prstGeom prst="line">
            <a:avLst/>
          </a:prstGeom>
          <a:ln w="19080">
            <a:solidFill>
              <a:srgbClr val="6666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360" tIns="-54360" rIns="99360" bIns="-54360" anchor="ctr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7" name="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7315200" y="3017520"/>
            <a:ext cx="1097280" cy="128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"/>
          <p:cNvSpPr txBox="1"/>
          <p:nvPr/>
        </p:nvSpPr>
        <p:spPr>
          <a:xfrm>
            <a:off x="7132320" y="4389120"/>
            <a:ext cx="14630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 anchorCtr="1">
            <a:noAutofit/>
          </a:bodyPr>
          <a:p>
            <a:pPr algn="ctr"/>
            <a:r>
              <a:rPr lang="en-GB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Updated_CV.txt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2026-09-10T22:45:44Z</dcterms:created>
  <dc:creator/>
  <dc:description/>
  <dc:language>en-GB</dc:language>
  <cp:lastModifiedBy/>
  <dcterms:modified xsi:type="dcterms:W3CDTF">2026-09-11T10:58:23Z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